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No audio is included in this deck. Open with my overview: become a sound designer, record everyday sounds from your phone, the microphone at your station, or anywhere around you, and transform them into musical instruments using Logic's Quick Sampler. Then compose a short piece built entirely from your found sounds, 30 to 60 seconds long.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a short sound yourself, out of the students' view: a zipper, a drawer, a stapler, a pen click. Nothing needs to be played from a speaker, and no recording from anyone else is used. Take guesses aloud. The point is that every sound can be heard two ways: what made it, and what it could become. That is the idea behind the whole project, and it sets up my line that music can come from anywhere, not just preset libraries.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vocabulary terms, shortened to fit the slide. Found sound: any sound from the real world used as raw material for music. Quick Sampler: Logic's tool for turning any audio into a playable instrument. Sound design: the process of creating, manipulating and shaping sounds for a specific purpose. Students write the five terms in their own words on the vocabulary page; normalize and layering come up on later days.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introduction, a Quick Sampler demo with a live recording, students begin collecting sounds. Class 2: edit and prep recordings, begin building instruments in Quick Sampler. Classes 3 to 5 are working days: compose, layer and mix. Class 6: final mix and bounce, prepare presentations. Class 7: presentations with Padlet Q and A peer feedback. Hand out the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path of the project in four moves. Record a sound with your phone or the microphone at your station. Prep it: trim, normalize and clean it up in Logic. Build an instrument from it in Quick Sampler. Then layer your instruments into a piece with at least three distinct layers, for example percussion, bass and texture. Requirement 4 asks for exactly that; a single found sound as a melody is thin, so stack textures underneath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Class 1 plan is to demo Quick Sampler with a live recording. The five lines are the kit's own outline of that demo, not my steps. Record a sound in front of the class: a pen click, a book closing, your keys. Trim it, normalize it, drag it into Quick Sampler and play it on the keys so students hear an everyday noise become an instrument. Keep it to about ten minutes and save the project when you finish. Menu names are on the Logic quick reference; check the labels on your version.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of the project sheet, shortened to fit the slide. Step 1: record at least 5 sounds using your phone or the microphone at your station. Step 2: trim, normalize and clean up your recordings in Logic. My first struggle, shortened here: students record low-quality audio, so show them how to get clean recordings from a phone or the condenser mic. The tips on the slide are the kit's suggestions, not mine: get close to the sound, record in a quiet spot, keep wind off the microphone.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Quick Sampler has three modes: Classic, One Shot and Slice. Classic plays the sound across the keys like an instrument and lets you set a loop. One Shot plays the whole sound each time a key is pressed. Slice cuts a recording at its loud moments and puts each slice on its own key, so one recording becomes a whole kit. My second struggle is that Quick Sampler is confusing at first, so demo all three modes with a real sound. Check the labels on your version.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live demo of about ten minutes; the five lines are the kit's own outline, not my steps. Use one recording with several loud moments, such as a drawer, a stapler or a locker. Play it in Classic with a loop, switch to One Shot, then Slice and play the slices across the keys. Ask students which mode suits percussion, which suits bass and which suits texture, and let them argue. My tip 2 says Slice turns one recording into a whole kit.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tips 1, 2 and 4, shortened to fit the slide. Tip 1: the weirder the source sound, the more interesting your instruments will be, so do not just record obvious things. Tip 2: experiment with Slice mode, which turns one recording into a whole kit. Tip 4: the goal is transformation; if your audience cannot tell where the sounds came from, you are doing it right. Students begin the Instrument builder today.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is the first working day, and Classes 4 and 5 continue it. Step 4 of the project sheet, shortened here: use your custom instruments to build a short piece with at least 3 layers. My third struggle, shortened: students create instruments but do not compose with them, they just audition sounds endlessly. Set a rule: an instrument that has no place on the Layer plan gets a job or goes. Students use the Layer plan.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3 and requirement 4, shortened: design at least three distinct sound layers, for example percussion, bass and texture. My tip 3 says a single found sound as a melody is thin, so stack textures underneath it. My fourth struggle, shortened: the 30 to 60 second length feels limiting, so remind students that density matters more than length. Circulate and ask each student to play you their three layers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4. An invented piece, Passing Period, described on paper; nothing here is audio. It is 96 beats per minute, 18 bars of 4/4, which is 45 seconds, inside my 30 to 60 second requirement. A vending-machine hum sets the texture from the start, a pencil tap and a locker slam sliced across the keys enter as percussion at 5 seconds, and a door thud pitched down joins as bass at 15 seconds. A filter sweep opens the texture, a short break strips back to the hum, and the outro closes. The full plan is on the worked example page.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check students can use on each other's work. These are the kit's own questions, drawn from my goals and my fourth tip: three distinct layers, effects and automation for interest, and transformation. If a student cannot name the sound behind a layer, send them back to the Sound log. Class 5 is a full working day with no new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6. Steps 5 and 6 of the project sheet, shortened to fit the slide. Step 5: mix, applying EQ, effects and automation, balancing levels and adding polish. Step 6: finalize, bounce your track and prepare your presentation. A found sound can be harsh or boomy until it is EQed, so listen layer by layer. Zip the .logicx in Finder (Control-click, Compress). Students also write their three Padlet questions today.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shortened to fit the slide. Show where students upload (your class page) and where the Padlet board is. Check that the Sound log shows at least five source sounds recorded and used.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Step 7 of the project sheet, shortened to fit the slide: create your own Padlet post with 3 questions you want classmates to answer, present to the class, and during classmates' presentations answer at least 2 of their 3 questions. Ask each student to name the sounds they started with before they play the piece, then let the class guess.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what my teacher notes say this project does: it builds recording skills, Quick Sampler proficiency and sound design thinking, and it teaches students that music can come from anywhere, not just preset libraries. Reflection: point students to the Reflection page. A reflection is a written or oral conversation about how they did on the project and what they would do differently next time; they choose to write it or to talk it through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3182318" y="896112"/>
            <a:ext cx="5827058"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FOUND SOUND</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Turn everyday sounds into instruments.</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TURN EVERYDAY SOUNDS INTO INSTRUMENTS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NAME THAT SOUND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WHAT WAS THAT?</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CBE6DD"/>
                </a:solidFill>
                <a:latin typeface="Oswald"/>
              </a:rPr>
              <a:t>Guess, then explain how you know</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make a short everyday sound out of view (a zip, a drawer, a pen click).</a:t>
            </a:r>
          </a:p>
        </p:txBody>
      </p:sp>
      <p:sp>
        <p:nvSpPr>
          <p:cNvPr id="14" name="Oval 13"/>
          <p:cNvSpPr/>
          <p:nvPr/>
        </p:nvSpPr>
        <p:spPr>
          <a:xfrm>
            <a:off x="548640" y="4069080"/>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do you think made it?</a:t>
            </a:r>
          </a:p>
        </p:txBody>
      </p:sp>
      <p:sp>
        <p:nvSpPr>
          <p:cNvPr id="16" name="Oval 15"/>
          <p:cNvSpPr/>
          <p:nvPr/>
        </p:nvSpPr>
        <p:spPr>
          <a:xfrm>
            <a:off x="548640" y="4678680"/>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does it remind you of?</a:t>
            </a:r>
          </a:p>
        </p:txBody>
      </p:sp>
      <p:sp>
        <p:nvSpPr>
          <p:cNvPr id="18" name="Oval 17"/>
          <p:cNvSpPr/>
          <p:nvPr/>
        </p:nvSpPr>
        <p:spPr>
          <a:xfrm>
            <a:off x="548640" y="5288280"/>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Could it be a drum, a bass or a pad?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IS FOUND SOUND?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Any real-world sound used as raw material for music</a:t>
            </a:r>
          </a:p>
        </p:txBody>
      </p:sp>
      <p:sp>
        <p:nvSpPr>
          <p:cNvPr id="12" name="Oval 11"/>
          <p:cNvSpPr/>
          <p:nvPr/>
        </p:nvSpPr>
        <p:spPr>
          <a:xfrm>
            <a:off x="548640" y="311708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Quick Sampler turns any audio into a playable instrument</a:t>
            </a:r>
          </a:p>
        </p:txBody>
      </p:sp>
      <p:sp>
        <p:nvSpPr>
          <p:cNvPr id="14" name="Oval 13"/>
          <p:cNvSpPr/>
          <p:nvPr/>
        </p:nvSpPr>
        <p:spPr>
          <a:xfrm>
            <a:off x="548640" y="40670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Sound design: shaping sounds for a purpose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Name that sound · found sound · sound to song · live demo</a:t>
            </a:r>
          </a:p>
        </p:txBody>
      </p:sp>
      <p:sp>
        <p:nvSpPr>
          <p:cNvPr id="13" name="Rounded Rectangle 12"/>
          <p:cNvSpPr/>
          <p:nvPr/>
        </p:nvSpPr>
        <p:spPr>
          <a:xfrm>
            <a:off x="548640" y="2444060"/>
            <a:ext cx="1554480" cy="523820"/>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Classic · One Shot · Slice · demo · go weird</a:t>
            </a:r>
          </a:p>
        </p:txBody>
      </p:sp>
      <p:sp>
        <p:nvSpPr>
          <p:cNvPr id="16" name="Rounded Rectangle 15"/>
          <p:cNvSpPr/>
          <p:nvPr/>
        </p:nvSpPr>
        <p:spPr>
          <a:xfrm>
            <a:off x="548640" y="3077609"/>
            <a:ext cx="1554480" cy="523820"/>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compose and layer</a:t>
            </a:r>
          </a:p>
        </p:txBody>
      </p:sp>
      <p:sp>
        <p:nvSpPr>
          <p:cNvPr id="19" name="Rounded Rectangle 18"/>
          <p:cNvSpPr/>
          <p:nvPr/>
        </p:nvSpPr>
        <p:spPr>
          <a:xfrm>
            <a:off x="548640" y="3711157"/>
            <a:ext cx="1554480" cy="523820"/>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the worked example, check your layers</a:t>
            </a:r>
          </a:p>
        </p:txBody>
      </p:sp>
      <p:sp>
        <p:nvSpPr>
          <p:cNvPr id="22" name="Rounded Rectangle 21"/>
          <p:cNvSpPr/>
          <p:nvPr/>
        </p:nvSpPr>
        <p:spPr>
          <a:xfrm>
            <a:off x="548640" y="4344706"/>
            <a:ext cx="1554480" cy="5238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compose, layer, mix</a:t>
            </a:r>
          </a:p>
        </p:txBody>
      </p:sp>
      <p:sp>
        <p:nvSpPr>
          <p:cNvPr id="25" name="Rounded Rectangle 24"/>
          <p:cNvSpPr/>
          <p:nvPr/>
        </p:nvSpPr>
        <p:spPr>
          <a:xfrm>
            <a:off x="548640" y="4978254"/>
            <a:ext cx="1554480" cy="523820"/>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Mix · bounce · checklist · rubric</a:t>
            </a:r>
          </a:p>
        </p:txBody>
      </p:sp>
      <p:sp>
        <p:nvSpPr>
          <p:cNvPr id="28" name="Rounded Rectangle 27"/>
          <p:cNvSpPr/>
          <p:nvPr/>
        </p:nvSpPr>
        <p:spPr>
          <a:xfrm>
            <a:off x="548640" y="5611803"/>
            <a:ext cx="1554480" cy="523820"/>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FROM SOUND TO SONG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pic>
        <p:nvPicPr>
          <p:cNvPr id="10" name="Picture 9" descr="deck-chain.png"/>
          <p:cNvPicPr>
            <a:picLocks noChangeAspect="1"/>
          </p:cNvPicPr>
          <p:nvPr/>
        </p:nvPicPr>
        <p:blipFill>
          <a:blip r:embed="rId2"/>
          <a:stretch>
            <a:fillRect/>
          </a:stretch>
        </p:blipFill>
        <p:spPr>
          <a:xfrm>
            <a:off x="548640" y="1810512"/>
            <a:ext cx="11091672" cy="1830126"/>
          </a:xfrm>
          <a:prstGeom prst="rect">
            <a:avLst/>
          </a:prstGeom>
        </p:spPr>
      </p:pic>
      <p:sp>
        <p:nvSpPr>
          <p:cNvPr id="11" name="Oval 10"/>
          <p:cNvSpPr/>
          <p:nvPr/>
        </p:nvSpPr>
        <p:spPr>
          <a:xfrm>
            <a:off x="548640" y="49560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Record clean sounds</a:t>
            </a:r>
          </a:p>
        </p:txBody>
      </p:sp>
      <p:sp>
        <p:nvSpPr>
          <p:cNvPr id="13" name="Oval 12"/>
          <p:cNvSpPr/>
          <p:nvPr/>
        </p:nvSpPr>
        <p:spPr>
          <a:xfrm>
            <a:off x="6190488" y="49560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Trim and normalize them</a:t>
            </a:r>
          </a:p>
        </p:txBody>
      </p:sp>
      <p:sp>
        <p:nvSpPr>
          <p:cNvPr id="15" name="Oval 14"/>
          <p:cNvSpPr/>
          <p:nvPr/>
        </p:nvSpPr>
        <p:spPr>
          <a:xfrm>
            <a:off x="548640" y="56418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Build instruments in Quick Sampler</a:t>
            </a:r>
          </a:p>
        </p:txBody>
      </p:sp>
      <p:sp>
        <p:nvSpPr>
          <p:cNvPr id="17" name="Oval 16"/>
          <p:cNvSpPr/>
          <p:nvPr/>
        </p:nvSpPr>
        <p:spPr>
          <a:xfrm>
            <a:off x="6190488" y="56418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Layer them into a piece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SOUND TO INSTRUMENT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Record one short everyday sound</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Trim it and normalize it in Logic</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Drag it into Quick Sampler</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Play it on the keyboard</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Name it and save the project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1 AND 2: COLLECT, PREP</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Record at least 5 sounds</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Use your phone or the microphone at your station</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Get clean recordings: close, quiet, no wind</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Trim, normalize and clean up in Logic</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Fill in the Sound 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THREE QUICK SAMPLER MODES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modes.png"/>
          <p:cNvPicPr>
            <a:picLocks noChangeAspect="1"/>
          </p:cNvPicPr>
          <p:nvPr/>
        </p:nvPicPr>
        <p:blipFill>
          <a:blip r:embed="rId2"/>
          <a:stretch>
            <a:fillRect/>
          </a:stretch>
        </p:blipFill>
        <p:spPr>
          <a:xfrm>
            <a:off x="548640" y="1810512"/>
            <a:ext cx="11091672" cy="2312614"/>
          </a:xfrm>
          <a:prstGeom prst="rect">
            <a:avLst/>
          </a:prstGeom>
        </p:spPr>
      </p:pic>
      <p:sp>
        <p:nvSpPr>
          <p:cNvPr id="11" name="Oval 10"/>
          <p:cNvSpPr/>
          <p:nvPr/>
        </p:nvSpPr>
        <p:spPr>
          <a:xfrm>
            <a:off x="548640" y="49560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Classic: across the keys, with a loop</a:t>
            </a:r>
          </a:p>
        </p:txBody>
      </p:sp>
      <p:sp>
        <p:nvSpPr>
          <p:cNvPr id="13" name="Oval 12"/>
          <p:cNvSpPr/>
          <p:nvPr/>
        </p:nvSpPr>
        <p:spPr>
          <a:xfrm>
            <a:off x="6190488" y="49560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One Shot: the whole sound each time</a:t>
            </a:r>
          </a:p>
        </p:txBody>
      </p:sp>
      <p:sp>
        <p:nvSpPr>
          <p:cNvPr id="15" name="Oval 14"/>
          <p:cNvSpPr/>
          <p:nvPr/>
        </p:nvSpPr>
        <p:spPr>
          <a:xfrm>
            <a:off x="548640" y="56418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Slice: one recording, a whole kit</a:t>
            </a:r>
          </a:p>
        </p:txBody>
      </p:sp>
      <p:sp>
        <p:nvSpPr>
          <p:cNvPr id="17" name="Oval 16"/>
          <p:cNvSpPr/>
          <p:nvPr/>
        </p:nvSpPr>
        <p:spPr>
          <a:xfrm>
            <a:off x="6190488" y="56418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Pick the mode that fits the job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ALL THREE MODES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Take one recording with several hits</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Play it in Classic, with a loop</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Switch to One Shot</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Switch to Slice and play the kit</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Which mode fits which job?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GO WEIRD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Oval 9"/>
          <p:cNvSpPr/>
          <p:nvPr/>
        </p:nvSpPr>
        <p:spPr>
          <a:xfrm>
            <a:off x="548640" y="216712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The weirder the source, the better the instrument</a:t>
            </a:r>
          </a:p>
        </p:txBody>
      </p:sp>
      <p:sp>
        <p:nvSpPr>
          <p:cNvPr id="12" name="Oval 11"/>
          <p:cNvSpPr/>
          <p:nvPr/>
        </p:nvSpPr>
        <p:spPr>
          <a:xfrm>
            <a:off x="548640" y="311708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Don't just record the obvious</a:t>
            </a:r>
          </a:p>
        </p:txBody>
      </p:sp>
      <p:sp>
        <p:nvSpPr>
          <p:cNvPr id="14" name="Oval 13"/>
          <p:cNvSpPr/>
          <p:nvPr/>
        </p:nvSpPr>
        <p:spPr>
          <a:xfrm>
            <a:off x="548640" y="40670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Try Slice on one recording</a:t>
            </a:r>
          </a:p>
        </p:txBody>
      </p:sp>
      <p:sp>
        <p:nvSpPr>
          <p:cNvPr id="16" name="Oval 15"/>
          <p:cNvSpPr/>
          <p:nvPr/>
        </p:nvSpPr>
        <p:spPr>
          <a:xfrm>
            <a:off x="548640" y="501700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Transformation is the goal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WORKING DAYS: COMPOSE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Oval 9"/>
          <p:cNvSpPr/>
          <p:nvPr/>
        </p:nvSpPr>
        <p:spPr>
          <a:xfrm>
            <a:off x="548640" y="216712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Use your custom instruments to build the piece</a:t>
            </a:r>
          </a:p>
        </p:txBody>
      </p:sp>
      <p:sp>
        <p:nvSpPr>
          <p:cNvPr id="12" name="Oval 11"/>
          <p:cNvSpPr/>
          <p:nvPr/>
        </p:nvSpPr>
        <p:spPr>
          <a:xfrm>
            <a:off x="548640" y="311708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Stop auditioning, start playing</a:t>
            </a:r>
          </a:p>
        </p:txBody>
      </p:sp>
      <p:sp>
        <p:nvSpPr>
          <p:cNvPr id="14" name="Oval 13"/>
          <p:cNvSpPr/>
          <p:nvPr/>
        </p:nvSpPr>
        <p:spPr>
          <a:xfrm>
            <a:off x="548640" y="40670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Aim for at least 3 layers</a:t>
            </a:r>
          </a:p>
        </p:txBody>
      </p:sp>
      <p:sp>
        <p:nvSpPr>
          <p:cNvPr id="16" name="Oval 15"/>
          <p:cNvSpPr/>
          <p:nvPr/>
        </p:nvSpPr>
        <p:spPr>
          <a:xfrm>
            <a:off x="548640" y="501700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Save versions as you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THREE LAYERS, NOT ONE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10" name="Oval 9"/>
          <p:cNvSpPr/>
          <p:nvPr/>
        </p:nvSpPr>
        <p:spPr>
          <a:xfrm>
            <a:off x="548640" y="216712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Percussion · bass · texture</a:t>
            </a:r>
          </a:p>
        </p:txBody>
      </p:sp>
      <p:sp>
        <p:nvSpPr>
          <p:cNvPr id="12" name="Oval 11"/>
          <p:cNvSpPr/>
          <p:nvPr/>
        </p:nvSpPr>
        <p:spPr>
          <a:xfrm>
            <a:off x="548640" y="311708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 single found sound as a melody is thin</a:t>
            </a:r>
          </a:p>
        </p:txBody>
      </p:sp>
      <p:sp>
        <p:nvSpPr>
          <p:cNvPr id="14" name="Oval 13"/>
          <p:cNvSpPr/>
          <p:nvPr/>
        </p:nvSpPr>
        <p:spPr>
          <a:xfrm>
            <a:off x="548640" y="40670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Stack textures underneath</a:t>
            </a:r>
          </a:p>
        </p:txBody>
      </p:sp>
      <p:sp>
        <p:nvSpPr>
          <p:cNvPr id="16" name="Oval 15"/>
          <p:cNvSpPr/>
          <p:nvPr/>
        </p:nvSpPr>
        <p:spPr>
          <a:xfrm>
            <a:off x="548640" y="501700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Density matters more than length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45 SECONDS ON PAPER</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pic>
        <p:nvPicPr>
          <p:cNvPr id="10" name="Picture 9" descr="deck-plan.png"/>
          <p:cNvPicPr>
            <a:picLocks noChangeAspect="1"/>
          </p:cNvPicPr>
          <p:nvPr/>
        </p:nvPicPr>
        <p:blipFill>
          <a:blip r:embed="rId2"/>
          <a:stretch>
            <a:fillRect/>
          </a:stretch>
        </p:blipFill>
        <p:spPr>
          <a:xfrm>
            <a:off x="909733" y="1810512"/>
            <a:ext cx="10369484" cy="3017520"/>
          </a:xfrm>
          <a:prstGeom prst="rect">
            <a:avLst/>
          </a:prstGeom>
        </p:spPr>
      </p:pic>
      <p:sp>
        <p:nvSpPr>
          <p:cNvPr id="11" name="Oval 10"/>
          <p:cNvSpPr/>
          <p:nvPr/>
        </p:nvSpPr>
        <p:spPr>
          <a:xfrm>
            <a:off x="548640" y="5212079"/>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Three layers, all playing at once</a:t>
            </a:r>
          </a:p>
        </p:txBody>
      </p:sp>
      <p:sp>
        <p:nvSpPr>
          <p:cNvPr id="13" name="Oval 12"/>
          <p:cNvSpPr/>
          <p:nvPr/>
        </p:nvSpPr>
        <p:spPr>
          <a:xfrm>
            <a:off x="6190488" y="5212079"/>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Texture, then percussion, then bass</a:t>
            </a:r>
          </a:p>
        </p:txBody>
      </p:sp>
      <p:sp>
        <p:nvSpPr>
          <p:cNvPr id="15" name="Oval 14"/>
          <p:cNvSpPr/>
          <p:nvPr/>
        </p:nvSpPr>
        <p:spPr>
          <a:xfrm>
            <a:off x="548640" y="5897879"/>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 filter sweep keeps it moving</a:t>
            </a:r>
          </a:p>
        </p:txBody>
      </p:sp>
      <p:sp>
        <p:nvSpPr>
          <p:cNvPr id="17" name="Oval 16"/>
          <p:cNvSpPr/>
          <p:nvPr/>
        </p:nvSpPr>
        <p:spPr>
          <a:xfrm>
            <a:off x="6190488" y="5897879"/>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Plan 30–60 seconds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CHECK YOUR LAYERS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Oval 9"/>
          <p:cNvSpPr/>
          <p:nvPr/>
        </p:nvSpPr>
        <p:spPr>
          <a:xfrm>
            <a:off x="548640" y="216712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Can you name the sound behind each layer?</a:t>
            </a:r>
          </a:p>
        </p:txBody>
      </p:sp>
      <p:sp>
        <p:nvSpPr>
          <p:cNvPr id="12" name="Oval 11"/>
          <p:cNvSpPr/>
          <p:nvPr/>
        </p:nvSpPr>
        <p:spPr>
          <a:xfrm>
            <a:off x="548640" y="311708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 you have at least 3 layers at once?</a:t>
            </a:r>
          </a:p>
        </p:txBody>
      </p:sp>
      <p:sp>
        <p:nvSpPr>
          <p:cNvPr id="14" name="Oval 13"/>
          <p:cNvSpPr/>
          <p:nvPr/>
        </p:nvSpPr>
        <p:spPr>
          <a:xfrm>
            <a:off x="548640" y="40670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Does something change every few bars?</a:t>
            </a:r>
          </a:p>
        </p:txBody>
      </p:sp>
      <p:sp>
        <p:nvSpPr>
          <p:cNvPr id="16" name="Oval 15"/>
          <p:cNvSpPr/>
          <p:nvPr/>
        </p:nvSpPr>
        <p:spPr>
          <a:xfrm>
            <a:off x="548640" y="501700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Would a stranger guess the source?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5 AND 6: MIX, FINALIZE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Apply EQ, effects and automation</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Balance levels and add polish</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Bounce your track</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Prepare your presentation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Found Sound</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At least 5 source sounds used</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your 3 questions</a:t>
            </a:r>
          </a:p>
        </p:txBody>
      </p:sp>
      <p:sp>
        <p:nvSpPr>
          <p:cNvPr id="20" name="Rounded Rectangle 19"/>
          <p:cNvSpPr/>
          <p:nvPr/>
        </p:nvSpPr>
        <p:spPr>
          <a:xfrm>
            <a:off x="617220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1F6F5C"/>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1F6F5C"/>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1F6F5C"/>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1F6F5C"/>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1F6F5C"/>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Oval 9"/>
          <p:cNvSpPr/>
          <p:nvPr/>
        </p:nvSpPr>
        <p:spPr>
          <a:xfrm>
            <a:off x="548640" y="216712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piece</a:t>
            </a:r>
          </a:p>
        </p:txBody>
      </p:sp>
      <p:sp>
        <p:nvSpPr>
          <p:cNvPr id="12" name="Oval 11"/>
          <p:cNvSpPr/>
          <p:nvPr/>
        </p:nvSpPr>
        <p:spPr>
          <a:xfrm>
            <a:off x="548640" y="311708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Name the sounds you started with</a:t>
            </a:r>
          </a:p>
        </p:txBody>
      </p:sp>
      <p:sp>
        <p:nvSpPr>
          <p:cNvPr id="14" name="Oval 13"/>
          <p:cNvSpPr/>
          <p:nvPr/>
        </p:nvSpPr>
        <p:spPr>
          <a:xfrm>
            <a:off x="548640" y="406704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6" name="Oval 15"/>
          <p:cNvSpPr/>
          <p:nvPr/>
        </p:nvSpPr>
        <p:spPr>
          <a:xfrm>
            <a:off x="548640" y="5017008"/>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Found Sound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19</a:t>
            </a:r>
          </a:p>
        </p:txBody>
      </p:sp>
      <p:sp>
        <p:nvSpPr>
          <p:cNvPr id="10" name="Oval 9"/>
          <p:cNvSpPr/>
          <p:nvPr/>
        </p:nvSpPr>
        <p:spPr>
          <a:xfrm>
            <a:off x="548640" y="2057400"/>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listened closely.</a:t>
            </a:r>
          </a:p>
        </p:txBody>
      </p:sp>
      <p:sp>
        <p:nvSpPr>
          <p:cNvPr id="12" name="Oval 11"/>
          <p:cNvSpPr/>
          <p:nvPr/>
        </p:nvSpPr>
        <p:spPr>
          <a:xfrm>
            <a:off x="548640" y="2781300"/>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recorded the world.</a:t>
            </a:r>
          </a:p>
        </p:txBody>
      </p:sp>
      <p:sp>
        <p:nvSpPr>
          <p:cNvPr id="14" name="Oval 13"/>
          <p:cNvSpPr/>
          <p:nvPr/>
        </p:nvSpPr>
        <p:spPr>
          <a:xfrm>
            <a:off x="548640" y="3505200"/>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built instruments from it.</a:t>
            </a:r>
          </a:p>
        </p:txBody>
      </p:sp>
      <p:sp>
        <p:nvSpPr>
          <p:cNvPr id="16" name="Oval 15"/>
          <p:cNvSpPr/>
          <p:nvPr/>
        </p:nvSpPr>
        <p:spPr>
          <a:xfrm>
            <a:off x="548640" y="4229100"/>
            <a:ext cx="146304" cy="146304"/>
          </a:xfrm>
          <a:prstGeom prst="ellipse">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it plays.</a:t>
            </a:r>
          </a:p>
        </p:txBody>
      </p:sp>
      <p:pic>
        <p:nvPicPr>
          <p:cNvPr id="18" name="Picture 17" descr="deck-hero.png"/>
          <p:cNvPicPr>
            <a:picLocks noChangeAspect="1"/>
          </p:cNvPicPr>
          <p:nvPr/>
        </p:nvPicPr>
        <p:blipFill>
          <a:blip r:embed="rId2"/>
          <a:stretch>
            <a:fillRect/>
          </a:stretch>
        </p:blipFill>
        <p:spPr>
          <a:xfrm>
            <a:off x="6519672" y="2103120"/>
            <a:ext cx="5120640" cy="2611526"/>
          </a:xfrm>
          <a:prstGeom prst="rect">
            <a:avLst/>
          </a:prstGeom>
        </p:spPr>
      </p:pic>
      <p:sp>
        <p:nvSpPr>
          <p:cNvPr id="19" name="Rounded Rectangle 18"/>
          <p:cNvSpPr/>
          <p:nvPr/>
        </p:nvSpPr>
        <p:spPr>
          <a:xfrm>
            <a:off x="548640" y="5349240"/>
            <a:ext cx="5852160" cy="960120"/>
          </a:xfrm>
          <a:prstGeom prst="round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94960"/>
            <a:ext cx="5486400" cy="365760"/>
          </a:xfrm>
          <a:prstGeom prst="rect">
            <a:avLst/>
          </a:prstGeom>
          <a:noFill/>
        </p:spPr>
        <p:txBody>
          <a:bodyPr wrap="square" anchor="t" lIns="36576" rIns="36576" tIns="18288" bIns="18288">
            <a:spAutoFit/>
          </a:bodyPr>
          <a:lstStyle/>
          <a:p>
            <a:pPr algn="l"/>
            <a:r>
              <a:rPr sz="2000" b="1">
                <a:solidFill>
                  <a:srgbClr val="FFFFFF"/>
                </a:solidFill>
                <a:latin typeface="Oswald"/>
              </a:rPr>
              <a:t>REFLECTION · PAGE 21</a:t>
            </a:r>
          </a:p>
        </p:txBody>
      </p:sp>
      <p:sp>
        <p:nvSpPr>
          <p:cNvPr id="21" name="TextBox 20"/>
          <p:cNvSpPr txBox="1"/>
          <p:nvPr/>
        </p:nvSpPr>
        <p:spPr>
          <a:xfrm>
            <a:off x="731520" y="5760720"/>
            <a:ext cx="5486400" cy="502920"/>
          </a:xfrm>
          <a:prstGeom prst="rect">
            <a:avLst/>
          </a:prstGeom>
          <a:noFill/>
        </p:spPr>
        <p:txBody>
          <a:bodyPr wrap="square" anchor="t" lIns="36576" rIns="36576" tIns="18288" bIns="18288">
            <a:spAutoFit/>
          </a:bodyPr>
          <a:lstStyle/>
          <a:p>
            <a:pPr algn="l"/>
            <a:r>
              <a:rPr sz="1500" b="0">
                <a:solidFill>
                  <a:srgbClr val="FFFFFF"/>
                </a:solidFill>
                <a:latin typeface="Source Sans 3"/>
              </a:rPr>
              <a:t>Write it or talk it through: what went well, what was hard, what you would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 Sound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