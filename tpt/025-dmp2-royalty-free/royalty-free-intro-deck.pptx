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No audio is included in this deck. Open with my overview: you are composing music for the real world. Create a 1-minute piece of royalty-free music that could score a video for the school district, anything from sports highlights to facilities tours, guided by 3 descriptive words you choose from a provided list.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three questions aloud and take a few answers. Nothing is played from a speaker; describe a short video and let students imagine two kinds of music under it. No one else's music is included in this kit. This sets up my teacher note that students love knowing their music might actually get used, and my goal of understanding what makes music functional for media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overview and goals, shortened to fit the slide. You are composing music for the real world: a 1-minute piece of royalty-free music that could score a video for the school district. Your sound and mood are guided by 3 descriptive words you choose from a provided list. My goals are to compose from keywords rather than personal preference, understand what makes music functional, practice efficient composition within a defined length and mood, and match musical choices to a visual or emotional context.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and word list; choose 3 words, brainstorm and begin composing. Classes 2 to 4 are working days: compose and refine your 1-minute piece. Class 5: mix and finalize, and write the reflection paragraph. Class 6: final bounce and prepare presentations. Class 7: presentations with Padlet Q and A peer feedback. Hand out the project sheet and the Word list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five steps of my project sheet, in order: choose your words, plan, compose, mix, and write the reflection paragraph. Then students finalize with a bounce and present with Padlet feedback. Point to each box and say roughly when it happens: choosing and planning today, composing on the working days, mixing and the paragraph in Class 5. The step names are mine; the picture and its short labels are the kit's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four vocabulary terms, shortened to fit the slide. Royalty-Free: music that can be used without paying ongoing fees, with no copyrighted samples. Descriptive Words: adjectives that define the mood and character of a piece, for example upbeat or cinematic. Scoring: writing music specifically designed to accompany visual media. Apple Loops: pre-made loops in Logic, allowed here, but the arrangement must be your own. The full definitions are on the vocabulary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of the project sheet, shortened to fit the slide. Step 1, choose your words: review the word list and pick 3 that define your track's mood. Step 2, plan: brainstorm how instruments, rhythm and melody bring those words to life. The last two lines are the kit's own suggestions, not my steps: write the words at the top of the Creative brief, and name where the music would be used, which is my first tip. Hand out the Word list and the Creative brief.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A kit picture, not from my sheets: an invented brief on paper. Three words from the list, Bright, Steady and Uplifting, each turned into choices about sounds, rhythm, harmony and the mix. Ask students to pick one cell and say what they would hear. The Creative brief page lets them do the same for their own three words. Nothing here is audio.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third tip and my first struggle, shortened to fit the slide. Your 3 words are your creative brief, and every choice should connect back to them. Students sometimes ignore their words and just make what they want, so keep asking which word a layer is for. The second and third lines are the kit's own suggestions: the Listening log is a place to study a royalty-free piece the student chooses, and my first tip, keep the real use in mind, is the fourth 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of the project sheet and requirements 3 and 4, shortened to fit the slide. Step 3, compose: build your 1-minute piece in Logic. Requirement 3: your music must be royalty-free, with no copyrighted samples; Apple Loops are allowed but the arrangement must be original. Requirement 4: use layers appropriate to the style. The last line is the kit's own suggestion, not my step: the Layers and mix sheet asks students to say which layers they made, which are loops and what they changed, which answers my third struggle, over-reliance on Apple Loops.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the first working day after the brief. A kit picture of an invented piece: how many layers play in each of 30 bars. It starts with two, grows through the build, has its most layers in the peak and thins out to a single pad at the end. My second struggle is that tracks feel incomplete at 1 minute, and my fix is a simple arc: build, peak, resolve. Students can plan their own on the Arrangement plan.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An invented piece, Open Doors, described on paper for an invented video; nothing here is audio. It is 60 seconds, 30 bars at 120 BPM, in four sections: intro, build, peak and resolve. Seven layers join and leave, and two are Apple Loops that the student cut and rearranged. Below them are four automation lanes, and none is flat. The chords, the numbers and the weak and clear plans are on the worked example pages.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second tip and my second struggle, shortened to fit the slide. One minute goes fast, so do not cram too many ideas in; pick a vibe and commit. Tracks can feel incomplete at 1 minute, so encourage a simple arc: build, peak, resolve. The last line is the kit's own reminder: the length is 1 minute, give or take a few seconds, and bars times 240 divided by tempo gives seconds. Ask each student to play their first 20 seconds and say which of their words they hear.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and requirement 5, shortened to fit the slide. Mix: EQ, pan and balance your tracks, and apply EQ and plug-ins to shape your mix. The last two lines are the kit's own questions for the Layers and mix sheet: close your eyes and listen for each layer, then for each of the three words. Students fix the one thing that hides a word.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5. Steps 5 and 6 of the project sheet, shortened to fit the slide. Write your reflection paragraph explaining your creative choices, and requirement 6, explain how your song reflects your 3 chosen words. Finalize: bounce your track with the correct file name format. My fourth struggle is that the paragraph is an afterthought, so students plan it on the Reflection page first. A reflection is a written or oral conversation about how they did and what they would do differently next time. The last line is the kit's own reminder to zip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shortened to fit the slide. Show where students upload (your class page) and where the Padlet board is. The file name is Your Name, Royalty Free, then the three words, in that order. Check that every track is about 1 minute before students bounce.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Step 7 of the project sheet, shortened to fit the slide: create your own Padlet post with 3 questions you want classmates to answer, present to the class, and during classmates' presentations answer at least 2 of their 3 questions. The first two lines are the kit's own suggestions. Ask the class to name the three words before the presenter does.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my teacher notes: this project pairs well with real district videos, and students love knowing their music might actually get used. Ask a few students which word they heard most in a classmate's track. Tell them the next project starts from the menu.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2522164" y="896112"/>
            <a:ext cx="7147367"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ROYALTY FREE</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Music with a job to do.</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MUSIC WITH A JOB TO 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THINK: MUSIC WITH A JOB</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THINK, THEN SHARE</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EBD6EF"/>
                </a:solidFill>
                <a:latin typeface="Oswald"/>
              </a:rPr>
              <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describe a 30-second video of a school sports highlight, first with no music and then with music. No audio is needed.</a:t>
            </a:r>
          </a:p>
        </p:txBody>
      </p:sp>
      <p:sp>
        <p:nvSpPr>
          <p:cNvPr id="14" name="Oval 13"/>
          <p:cNvSpPr/>
          <p:nvPr/>
        </p:nvSpPr>
        <p:spPr>
          <a:xfrm>
            <a:off x="548640" y="4069080"/>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does the music need to do for that video?</a:t>
            </a:r>
          </a:p>
        </p:txBody>
      </p:sp>
      <p:sp>
        <p:nvSpPr>
          <p:cNvPr id="16" name="Oval 15"/>
          <p:cNvSpPr/>
          <p:nvPr/>
        </p:nvSpPr>
        <p:spPr>
          <a:xfrm>
            <a:off x="548640" y="4678680"/>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changes if a calm piece plays under it instead?</a:t>
            </a:r>
          </a:p>
        </p:txBody>
      </p:sp>
      <p:sp>
        <p:nvSpPr>
          <p:cNvPr id="18" name="Oval 17"/>
          <p:cNvSpPr/>
          <p:nvPr/>
        </p:nvSpPr>
        <p:spPr>
          <a:xfrm>
            <a:off x="548640" y="5288280"/>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Who must give permission to use a song?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IS ROYALTY FREE?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Compose a 1-minute piece for media use</a:t>
            </a:r>
          </a:p>
        </p:txBody>
      </p:sp>
      <p:sp>
        <p:nvSpPr>
          <p:cNvPr id="12" name="Oval 11"/>
          <p:cNvSpPr/>
          <p:nvPr/>
        </p:nvSpPr>
        <p:spPr>
          <a:xfrm>
            <a:off x="548640" y="311708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Guided by 3 descriptive words</a:t>
            </a:r>
          </a:p>
        </p:txBody>
      </p:sp>
      <p:sp>
        <p:nvSpPr>
          <p:cNvPr id="14" name="Oval 13"/>
          <p:cNvSpPr/>
          <p:nvPr/>
        </p:nvSpPr>
        <p:spPr>
          <a:xfrm>
            <a:off x="548640" y="406704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No copyrighted samples; the arrangement is yours</a:t>
            </a:r>
          </a:p>
        </p:txBody>
      </p:sp>
      <p:sp>
        <p:nvSpPr>
          <p:cNvPr id="16" name="Oval 15"/>
          <p:cNvSpPr/>
          <p:nvPr/>
        </p:nvSpPr>
        <p:spPr>
          <a:xfrm>
            <a:off x="548640" y="501700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Compose for a purpose, not just yourself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Music with a job · five steps · four words · choose and plan</a:t>
            </a:r>
          </a:p>
        </p:txBody>
      </p:sp>
      <p:sp>
        <p:nvSpPr>
          <p:cNvPr id="13" name="Rounded Rectangle 12"/>
          <p:cNvSpPr/>
          <p:nvPr/>
        </p:nvSpPr>
        <p:spPr>
          <a:xfrm>
            <a:off x="548640" y="2444060"/>
            <a:ext cx="1554480" cy="523820"/>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words become sound, the brief</a:t>
            </a:r>
          </a:p>
        </p:txBody>
      </p:sp>
      <p:sp>
        <p:nvSpPr>
          <p:cNvPr id="16" name="Rounded Rectangle 15"/>
          <p:cNvSpPr/>
          <p:nvPr/>
        </p:nvSpPr>
        <p:spPr>
          <a:xfrm>
            <a:off x="548640" y="3077609"/>
            <a:ext cx="1554480" cy="523820"/>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compose, build-peak-resolve, worked example</a:t>
            </a:r>
          </a:p>
        </p:txBody>
      </p:sp>
      <p:sp>
        <p:nvSpPr>
          <p:cNvPr id="19" name="Rounded Rectangle 18"/>
          <p:cNvSpPr/>
          <p:nvPr/>
        </p:nvSpPr>
        <p:spPr>
          <a:xfrm>
            <a:off x="548640" y="3711157"/>
            <a:ext cx="1554480" cy="523820"/>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pick a vibe and commit</a:t>
            </a:r>
          </a:p>
        </p:txBody>
      </p:sp>
      <p:sp>
        <p:nvSpPr>
          <p:cNvPr id="22" name="Rounded Rectangle 21"/>
          <p:cNvSpPr/>
          <p:nvPr/>
        </p:nvSpPr>
        <p:spPr>
          <a:xfrm>
            <a:off x="548640" y="4344706"/>
            <a:ext cx="1554480" cy="523820"/>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Mix · reflection paragraph · bounce</a:t>
            </a:r>
          </a:p>
        </p:txBody>
      </p:sp>
      <p:sp>
        <p:nvSpPr>
          <p:cNvPr id="25" name="Rounded Rectangle 24"/>
          <p:cNvSpPr/>
          <p:nvPr/>
        </p:nvSpPr>
        <p:spPr>
          <a:xfrm>
            <a:off x="548640" y="4978254"/>
            <a:ext cx="1554480" cy="523820"/>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Checklist · rubric</a:t>
            </a:r>
          </a:p>
        </p:txBody>
      </p:sp>
      <p:sp>
        <p:nvSpPr>
          <p:cNvPr id="28" name="Rounded Rectangle 27"/>
          <p:cNvSpPr/>
          <p:nvPr/>
        </p:nvSpPr>
        <p:spPr>
          <a:xfrm>
            <a:off x="548640" y="5611803"/>
            <a:ext cx="1554480" cy="523820"/>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FIVE STEPS, THEN FINISH</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pic>
        <p:nvPicPr>
          <p:cNvPr id="10" name="Picture 9" descr="deck-cycle.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Choose 3 descriptive words</a:t>
            </a:r>
          </a:p>
        </p:txBody>
      </p:sp>
      <p:sp>
        <p:nvSpPr>
          <p:cNvPr id="13" name="Oval 12"/>
          <p:cNvSpPr/>
          <p:nvPr/>
        </p:nvSpPr>
        <p:spPr>
          <a:xfrm>
            <a:off x="6190488" y="495604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Plan how sound shows each word</a:t>
            </a:r>
          </a:p>
        </p:txBody>
      </p:sp>
      <p:sp>
        <p:nvSpPr>
          <p:cNvPr id="15" name="Oval 14"/>
          <p:cNvSpPr/>
          <p:nvPr/>
        </p:nvSpPr>
        <p:spPr>
          <a:xfrm>
            <a:off x="548640" y="564184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Compose and mix one minute</a:t>
            </a:r>
          </a:p>
        </p:txBody>
      </p:sp>
      <p:sp>
        <p:nvSpPr>
          <p:cNvPr id="17" name="Oval 16"/>
          <p:cNvSpPr/>
          <p:nvPr/>
        </p:nvSpPr>
        <p:spPr>
          <a:xfrm>
            <a:off x="6190488" y="564184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Reflect, bounce and present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FOUR WORDS TO KNOW</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216712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Royalty-Free: no ongoing fees, no copyrighted samples</a:t>
            </a:r>
          </a:p>
        </p:txBody>
      </p:sp>
      <p:sp>
        <p:nvSpPr>
          <p:cNvPr id="12" name="Oval 11"/>
          <p:cNvSpPr/>
          <p:nvPr/>
        </p:nvSpPr>
        <p:spPr>
          <a:xfrm>
            <a:off x="548640" y="311708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Descriptive words: the mood of a piece</a:t>
            </a:r>
          </a:p>
        </p:txBody>
      </p:sp>
      <p:sp>
        <p:nvSpPr>
          <p:cNvPr id="14" name="Oval 13"/>
          <p:cNvSpPr/>
          <p:nvPr/>
        </p:nvSpPr>
        <p:spPr>
          <a:xfrm>
            <a:off x="548640" y="406704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Scoring: music written to go with visuals</a:t>
            </a:r>
          </a:p>
        </p:txBody>
      </p:sp>
      <p:sp>
        <p:nvSpPr>
          <p:cNvPr id="16" name="Oval 15"/>
          <p:cNvSpPr/>
          <p:nvPr/>
        </p:nvSpPr>
        <p:spPr>
          <a:xfrm>
            <a:off x="548640" y="501700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Apple Loops: allowed, but the arrangement is yours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1 AND 2: CHOOSE, PLAN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Review the word list and pick 3 that define your mood</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Brainstorm how instruments, rhythm and melody bring them to life</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Write your 3 words at the top of your Creative brief</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Name where your music would be used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WORDS BECOME SOUND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brief.png"/>
          <p:cNvPicPr>
            <a:picLocks noChangeAspect="1"/>
          </p:cNvPicPr>
          <p:nvPr/>
        </p:nvPicPr>
        <p:blipFill>
          <a:blip r:embed="rId2"/>
          <a:stretch>
            <a:fillRect/>
          </a:stretch>
        </p:blipFill>
        <p:spPr>
          <a:xfrm>
            <a:off x="1466377" y="1810512"/>
            <a:ext cx="9256196" cy="3017520"/>
          </a:xfrm>
          <a:prstGeom prst="rect">
            <a:avLst/>
          </a:prstGeom>
        </p:spPr>
      </p:pic>
      <p:sp>
        <p:nvSpPr>
          <p:cNvPr id="11" name="Oval 10"/>
          <p:cNvSpPr/>
          <p:nvPr/>
        </p:nvSpPr>
        <p:spPr>
          <a:xfrm>
            <a:off x="548640" y="52120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invented brief on paper</a:t>
            </a:r>
          </a:p>
        </p:txBody>
      </p:sp>
      <p:sp>
        <p:nvSpPr>
          <p:cNvPr id="13" name="Oval 12"/>
          <p:cNvSpPr/>
          <p:nvPr/>
        </p:nvSpPr>
        <p:spPr>
          <a:xfrm>
            <a:off x="6190488" y="52120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Three words, four kinds of choice</a:t>
            </a:r>
          </a:p>
        </p:txBody>
      </p:sp>
      <p:sp>
        <p:nvSpPr>
          <p:cNvPr id="15" name="Oval 14"/>
          <p:cNvSpPr/>
          <p:nvPr/>
        </p:nvSpPr>
        <p:spPr>
          <a:xfrm>
            <a:off x="548640" y="58978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Every choice points back to a word</a:t>
            </a:r>
          </a:p>
        </p:txBody>
      </p:sp>
      <p:sp>
        <p:nvSpPr>
          <p:cNvPr id="17" name="Oval 16"/>
          <p:cNvSpPr/>
          <p:nvPr/>
        </p:nvSpPr>
        <p:spPr>
          <a:xfrm>
            <a:off x="6190488" y="58978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Your words are your creative brief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YOUR 3 WORDS ARE YOUR BRIEF</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216712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Every choice should connect back to them</a:t>
            </a:r>
          </a:p>
        </p:txBody>
      </p:sp>
      <p:sp>
        <p:nvSpPr>
          <p:cNvPr id="12" name="Oval 11"/>
          <p:cNvSpPr/>
          <p:nvPr/>
        </p:nvSpPr>
        <p:spPr>
          <a:xfrm>
            <a:off x="548640" y="311708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Stuck? Ask which word a layer is for</a:t>
            </a:r>
          </a:p>
        </p:txBody>
      </p:sp>
      <p:sp>
        <p:nvSpPr>
          <p:cNvPr id="14" name="Oval 13"/>
          <p:cNvSpPr/>
          <p:nvPr/>
        </p:nvSpPr>
        <p:spPr>
          <a:xfrm>
            <a:off x="548640" y="406704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Listen to a royalty-free piece and name its words</a:t>
            </a:r>
          </a:p>
        </p:txBody>
      </p:sp>
      <p:sp>
        <p:nvSpPr>
          <p:cNvPr id="16" name="Oval 15"/>
          <p:cNvSpPr/>
          <p:nvPr/>
        </p:nvSpPr>
        <p:spPr>
          <a:xfrm>
            <a:off x="548640" y="501700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Keep the place it would be used in mind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3: COMPOSE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Build your 1-minute piece in Logic</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Use layers that suit the style</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Apple Loops are fine; the arrangement must be original</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Log each layer as your own, a loop or both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BUILD, PEAK, RESOLVE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pic>
        <p:nvPicPr>
          <p:cNvPr id="10" name="Picture 9" descr="deck-arc.png"/>
          <p:cNvPicPr>
            <a:picLocks noChangeAspect="1"/>
          </p:cNvPicPr>
          <p:nvPr/>
        </p:nvPicPr>
        <p:blipFill>
          <a:blip r:embed="rId2"/>
          <a:stretch>
            <a:fillRect/>
          </a:stretch>
        </p:blipFill>
        <p:spPr>
          <a:xfrm>
            <a:off x="864805" y="1810512"/>
            <a:ext cx="10459341" cy="3017520"/>
          </a:xfrm>
          <a:prstGeom prst="rect">
            <a:avLst/>
          </a:prstGeom>
        </p:spPr>
      </p:pic>
      <p:sp>
        <p:nvSpPr>
          <p:cNvPr id="11" name="Oval 10"/>
          <p:cNvSpPr/>
          <p:nvPr/>
        </p:nvSpPr>
        <p:spPr>
          <a:xfrm>
            <a:off x="548640" y="52120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invented piece, on paper</a:t>
            </a:r>
          </a:p>
        </p:txBody>
      </p:sp>
      <p:sp>
        <p:nvSpPr>
          <p:cNvPr id="13" name="Oval 12"/>
          <p:cNvSpPr/>
          <p:nvPr/>
        </p:nvSpPr>
        <p:spPr>
          <a:xfrm>
            <a:off x="6190488" y="52120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Fewer layers, then more, then fewer</a:t>
            </a:r>
          </a:p>
        </p:txBody>
      </p:sp>
      <p:sp>
        <p:nvSpPr>
          <p:cNvPr id="15" name="Oval 14"/>
          <p:cNvSpPr/>
          <p:nvPr/>
        </p:nvSpPr>
        <p:spPr>
          <a:xfrm>
            <a:off x="548640" y="58978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The peak has the most layers</a:t>
            </a:r>
          </a:p>
        </p:txBody>
      </p:sp>
      <p:sp>
        <p:nvSpPr>
          <p:cNvPr id="17" name="Oval 16"/>
          <p:cNvSpPr/>
          <p:nvPr/>
        </p:nvSpPr>
        <p:spPr>
          <a:xfrm>
            <a:off x="6190488" y="58978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Build, peak, resolve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60 SECONDS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pic>
        <p:nvPicPr>
          <p:cNvPr id="10" name="Picture 9" descr="deck-arrange.png"/>
          <p:cNvPicPr>
            <a:picLocks noChangeAspect="1"/>
          </p:cNvPicPr>
          <p:nvPr/>
        </p:nvPicPr>
        <p:blipFill>
          <a:blip r:embed="rId2"/>
          <a:stretch>
            <a:fillRect/>
          </a:stretch>
        </p:blipFill>
        <p:spPr>
          <a:xfrm>
            <a:off x="2081816" y="1810512"/>
            <a:ext cx="8025319" cy="3017520"/>
          </a:xfrm>
          <a:prstGeom prst="rect">
            <a:avLst/>
          </a:prstGeom>
        </p:spPr>
      </p:pic>
      <p:sp>
        <p:nvSpPr>
          <p:cNvPr id="11" name="Oval 10"/>
          <p:cNvSpPr/>
          <p:nvPr/>
        </p:nvSpPr>
        <p:spPr>
          <a:xfrm>
            <a:off x="548640" y="52120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invented 60-second piece</a:t>
            </a:r>
          </a:p>
        </p:txBody>
      </p:sp>
      <p:sp>
        <p:nvSpPr>
          <p:cNvPr id="13" name="Oval 12"/>
          <p:cNvSpPr/>
          <p:nvPr/>
        </p:nvSpPr>
        <p:spPr>
          <a:xfrm>
            <a:off x="6190488" y="52120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Four sections you can name</a:t>
            </a:r>
          </a:p>
        </p:txBody>
      </p:sp>
      <p:sp>
        <p:nvSpPr>
          <p:cNvPr id="15" name="Oval 14"/>
          <p:cNvSpPr/>
          <p:nvPr/>
        </p:nvSpPr>
        <p:spPr>
          <a:xfrm>
            <a:off x="548640" y="58978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Seven layers, two are loops</a:t>
            </a:r>
          </a:p>
        </p:txBody>
      </p:sp>
      <p:sp>
        <p:nvSpPr>
          <p:cNvPr id="17" name="Oval 16"/>
          <p:cNvSpPr/>
          <p:nvPr/>
        </p:nvSpPr>
        <p:spPr>
          <a:xfrm>
            <a:off x="6190488" y="5897879"/>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Four automation lanes, none flat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MINUTE GOES FAST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Oval 9"/>
          <p:cNvSpPr/>
          <p:nvPr/>
        </p:nvSpPr>
        <p:spPr>
          <a:xfrm>
            <a:off x="548640" y="216712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Pick a vibe and commit</a:t>
            </a:r>
          </a:p>
        </p:txBody>
      </p:sp>
      <p:sp>
        <p:nvSpPr>
          <p:cNvPr id="12" name="Oval 11"/>
          <p:cNvSpPr/>
          <p:nvPr/>
        </p:nvSpPr>
        <p:spPr>
          <a:xfrm>
            <a:off x="548640" y="311708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Don’t cram too many ideas in</a:t>
            </a:r>
          </a:p>
        </p:txBody>
      </p:sp>
      <p:sp>
        <p:nvSpPr>
          <p:cNvPr id="14" name="Oval 13"/>
          <p:cNvSpPr/>
          <p:nvPr/>
        </p:nvSpPr>
        <p:spPr>
          <a:xfrm>
            <a:off x="548640" y="406704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Give it a simple arc: build, peak, resolve</a:t>
            </a:r>
          </a:p>
        </p:txBody>
      </p:sp>
      <p:sp>
        <p:nvSpPr>
          <p:cNvPr id="16" name="Oval 15"/>
          <p:cNvSpPr/>
          <p:nvPr/>
        </p:nvSpPr>
        <p:spPr>
          <a:xfrm>
            <a:off x="548640" y="501700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Check the length: 60 seconds, give or take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5</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4: MIX</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216712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EQ, pan and balance your tracks</a:t>
            </a:r>
          </a:p>
        </p:txBody>
      </p:sp>
      <p:sp>
        <p:nvSpPr>
          <p:cNvPr id="12" name="Oval 11"/>
          <p:cNvSpPr/>
          <p:nvPr/>
        </p:nvSpPr>
        <p:spPr>
          <a:xfrm>
            <a:off x="548640" y="311708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Apply EQ and plug-ins to shape your mix</a:t>
            </a:r>
          </a:p>
        </p:txBody>
      </p:sp>
      <p:sp>
        <p:nvSpPr>
          <p:cNvPr id="14" name="Oval 13"/>
          <p:cNvSpPr/>
          <p:nvPr/>
        </p:nvSpPr>
        <p:spPr>
          <a:xfrm>
            <a:off x="548640" y="406704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Can you hear every layer?</a:t>
            </a:r>
          </a:p>
        </p:txBody>
      </p:sp>
      <p:sp>
        <p:nvSpPr>
          <p:cNvPr id="16" name="Oval 15"/>
          <p:cNvSpPr/>
          <p:nvPr/>
        </p:nvSpPr>
        <p:spPr>
          <a:xfrm>
            <a:off x="548640" y="501700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 your 3 words still come through?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5</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5 AND 6: REFLECT, BOUNCE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Write your reflection paragraph</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Explain how the song reflects your 3 words</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Bounce your track with the correct file name</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Zip the .logicx project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Royalty Free – Word, Word, Word</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Reflection paragraph</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3 questions</a:t>
            </a:r>
          </a:p>
        </p:txBody>
      </p:sp>
      <p:sp>
        <p:nvSpPr>
          <p:cNvPr id="20" name="Rounded Rectangle 19"/>
          <p:cNvSpPr/>
          <p:nvPr/>
        </p:nvSpPr>
        <p:spPr>
          <a:xfrm>
            <a:off x="617220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9B4DA6"/>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9B4DA6"/>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9B4DA6"/>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9B4DA6"/>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9B4DA6"/>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Oval 9"/>
          <p:cNvSpPr/>
          <p:nvPr/>
        </p:nvSpPr>
        <p:spPr>
          <a:xfrm>
            <a:off x="548640" y="216712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track; say your 3 words</a:t>
            </a:r>
          </a:p>
        </p:txBody>
      </p:sp>
      <p:sp>
        <p:nvSpPr>
          <p:cNvPr id="12" name="Oval 11"/>
          <p:cNvSpPr/>
          <p:nvPr/>
        </p:nvSpPr>
        <p:spPr>
          <a:xfrm>
            <a:off x="548640" y="311708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Say where each word shows up</a:t>
            </a:r>
          </a:p>
        </p:txBody>
      </p:sp>
      <p:sp>
        <p:nvSpPr>
          <p:cNvPr id="14" name="Oval 13"/>
          <p:cNvSpPr/>
          <p:nvPr/>
        </p:nvSpPr>
        <p:spPr>
          <a:xfrm>
            <a:off x="548640" y="406704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6" name="Oval 15"/>
          <p:cNvSpPr/>
          <p:nvPr/>
        </p:nvSpPr>
        <p:spPr>
          <a:xfrm>
            <a:off x="548640" y="5017008"/>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Royalty Free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Oval 9"/>
          <p:cNvSpPr/>
          <p:nvPr/>
        </p:nvSpPr>
        <p:spPr>
          <a:xfrm>
            <a:off x="548640" y="2057400"/>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got a brief.</a:t>
            </a:r>
          </a:p>
        </p:txBody>
      </p:sp>
      <p:sp>
        <p:nvSpPr>
          <p:cNvPr id="12" name="Oval 11"/>
          <p:cNvSpPr/>
          <p:nvPr/>
        </p:nvSpPr>
        <p:spPr>
          <a:xfrm>
            <a:off x="548640" y="2781300"/>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made your choices.</a:t>
            </a:r>
          </a:p>
        </p:txBody>
      </p:sp>
      <p:sp>
        <p:nvSpPr>
          <p:cNvPr id="14" name="Oval 13"/>
          <p:cNvSpPr/>
          <p:nvPr/>
        </p:nvSpPr>
        <p:spPr>
          <a:xfrm>
            <a:off x="548640" y="3505200"/>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kept it to a minute.</a:t>
            </a:r>
          </a:p>
        </p:txBody>
      </p:sp>
      <p:sp>
        <p:nvSpPr>
          <p:cNvPr id="16" name="Oval 15"/>
          <p:cNvSpPr/>
          <p:nvPr/>
        </p:nvSpPr>
        <p:spPr>
          <a:xfrm>
            <a:off x="548640" y="4229100"/>
            <a:ext cx="146304" cy="146304"/>
          </a:xfrm>
          <a:prstGeom prst="ellipse">
            <a:avLst/>
          </a:prstGeom>
          <a:solidFill>
            <a:srgbClr val="9B4D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press play.</a:t>
            </a:r>
          </a:p>
        </p:txBody>
      </p:sp>
      <p:pic>
        <p:nvPicPr>
          <p:cNvPr id="18" name="Picture 17" descr="deck-hero.png"/>
          <p:cNvPicPr>
            <a:picLocks noChangeAspect="1"/>
          </p:cNvPicPr>
          <p:nvPr/>
        </p:nvPicPr>
        <p:blipFill>
          <a:blip r:embed="rId2"/>
          <a:stretch>
            <a:fillRect/>
          </a:stretch>
        </p:blipFill>
        <p:spPr>
          <a:xfrm>
            <a:off x="6519672" y="2103120"/>
            <a:ext cx="5120640" cy="21291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Royalty Free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