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become a pattern master. Use Logic's Step Sequencer and Pattern Regions to craft an original groove-driven composition, a 30 to 60 second piece that evolves over time through layering, automation and creative use of sequencer features like probability and velocity.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three questions aloud and take a few answers. Nothing is played from a speaker; tap a beat on a desk and change one tap each time round, so students hear that small changes keep a loop alive. No one else's music is included in this kit. This sets up my tips: probability is your friend, and do not just stack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overview and goals, shortened to fit the slide. Become a pattern master: use Logic's Step Sequencer and Pattern Regions to craft an original groove-driven composition of 30 to 60 seconds that evolves over time through layering, automation and creative use of sequencer features like probability and velocity. My goals add EQ, panning and plug-ins for a polished sound, and texture and form through pattern layering. Slide 6 introduces the five vocabulary terms.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to the Step Sequencer and Pattern Regions, with guided exploration. Class 2: build drum and percussion patterns and begin adding melodic layers. Classes 3 to 5 are working days: explore automation, probability and variation. Class 6: final mix and bounce, and prepare presentations. Class 7: presentations with Padlet Q and A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five steps of my project sheet, in order: explore, build rhythms, add melodic layers, automate and vary, mix and refine. Then students finalize with a bounce and present with Padlet feedback. Point to each box and say roughly when it happens: exploring and rhythms now, melodic layers in Class 2, variation and refining on the working days. The step names are mine; the picture and its short labels are the kit's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five vocabulary terms, shortened to fit the slide. Step Sequencer: a Logic tool that lets you program rhythms and melodies by toggling steps on a grid. Pattern Region: a region in Logic that contains step sequencer data. Probability: a feature that gives each step a chance of playing or not, adding randomness. Velocity: how hard a note is played; higher velocity is louder and often brighter. Automation: changing a parameter, such as volume, filter or pan, over time to create movement. The full definitions are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explore: open the Step Sequencer and experiment with basic drum patterns. Step 2, build rhythms: create your core drum and percussion patterns. The second and fourth lines are the kit's own suggestions, not my steps: change one thing at a time so students hear what each change does, and get a groove that feels good before adding anything, which is my first tip. Guide the class through a first pattern; none is included as audio.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 kit picture, not from my sheets: one bar of an invented groove on a 16-step grid, with kick, snare, hi-hat, bass and a synth arp. Darker steps are louder, which is velocity; a dashed step may not play, which is probability. Ask students to find where the kick and snare fall and which steps are the hi-hat's ghost steps. The Pattern grids page lets them plan their 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struggle and first tip, shortened to fit the slide. Students only use the Step Sequencer for drums, so demo melodic patterns early. Start with your drums: once you have a groove that feels good, everything else falls into place. The last line is the kit's own question: a bass line, a chord arp or a small effect can each be a 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of the project sheet and requirement 3, shortened to fit the slide. Step 3, add melodic layers: program bass and synth patterns that complement your groove. Requirement 3: include at least one drum kit, one bass or synth, and one additional element. The last two lines are the kit's own suggestions, not my steps: let the bass follow the kick, and add one pattern at a time and listen before adding the next. Hand out the Feature tracker.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the first working day. A kit picture of four Step Sequencer settings on the steps students already have. Probability gives a step a chance of playing. Velocity changes how hard each step hits. Step automation gives every step its own value, for example a filter cutoff. Mute and unmute takes a row out and brings it back, which my fourth tip uses for arrangement changes. Students use at least three of these or others they find; the sheet says at least 3 different Step Sequencer features.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and requirement 2, shortened to fit the slide. Step 4, automate and vary: use probability, velocity and automation to make patterns evolve. Requirement 2: use at least 3 different Step Sequencer features. My second struggle is that patterns sound static, so push automation and probability. The last line is the kit's own: students list their features on the Feature tracker.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An invented piece, Night Shift, described on paper; nothing here is audio. It is 50 seconds long, 20 bars at 96 BPM, in four sections: intro, groove, build and outro. Five layers join and leave: kick and snare, hi-hat, bass, a synth arp and a second drum pattern. Below them are four automation lanes, and none is flat. The patterns, the five features and the arithmetic are on the worked example pages.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tips 2 and 3 and my second and third struggles, shortened to fit the slide. Probability is your friend: even a small percentage of randomness makes patterns feel more human. Do not just stack patterns; think about how your piece builds and evolves. Patterns that sound static need automation and probability. Students do not always understand probability, so show a live example on a hi-hat: give a few steps a 25 percent chance and loop it. Ask students to try it now.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tip 4 and my Harder variation, shortened to fit the slide. Mix and refine: apply EQ, panning and plug-ins, and arrange into a cohesive piece. Use mute and unmute in the Step Sequencer to create arrangement changes. My Harder variation extends the piece to 90 seconds and requires pattern alternates and two types of step automation; offer it to students who are ready. Hand out the Listen-back 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Steps 6 and 7 of the project sheet, shortened to fit the slide. Finalize: bounce your track and prepare your presentation. Present and get feedback: create your own Padlet post with three questions you want classmates to answer. The second line is the kit's own reminder about the submission: zip the .logicx in Finder (Control-click, Compress). Check that every track is between 30 and 60 seconds before students bounce, because the short length makes students rush.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Remind students that the checklist includes using at least three Step Sequencer features: they can show them from their Feature tracker. A bounced file of the wrong length is the quickest thing to fix: check it is 30 to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The second line is the kit's own suggestion. Ask the class to listen for one thing that changes in each piece.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my teacher notes: this project works well for students drawn to electronic, lo-fi or beat-driven music. Ask a few students what they noticed changing in a classmate's groove. Tell them the next project starts from the menu.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2580019" y="896112"/>
            <a:ext cx="7031656"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PATTERN PRODIGY</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Program a groove that evolves.</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PROGRAM A GROOVE THAT EVOLVES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A BEAT THAT CHANGES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TAP IT OUT</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F2D3E6"/>
                </a:solidFill>
                <a:latin typeface="Oswald"/>
              </a:rPr>
              <a:t>Think, then share</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tap a simple beat on a desk, then change one tap each time round. No audio is needed.</a:t>
            </a:r>
          </a:p>
        </p:txBody>
      </p:sp>
      <p:sp>
        <p:nvSpPr>
          <p:cNvPr id="14" name="Oval 13"/>
          <p:cNvSpPr/>
          <p:nvPr/>
        </p:nvSpPr>
        <p:spPr>
          <a:xfrm>
            <a:off x="548640" y="406908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makes a groove feel like a groove?</a:t>
            </a:r>
          </a:p>
        </p:txBody>
      </p:sp>
      <p:sp>
        <p:nvSpPr>
          <p:cNvPr id="16" name="Oval 15"/>
          <p:cNvSpPr/>
          <p:nvPr/>
        </p:nvSpPr>
        <p:spPr>
          <a:xfrm>
            <a:off x="548640" y="467868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happens if a machine plays the exact same bar forever?</a:t>
            </a:r>
          </a:p>
        </p:txBody>
      </p:sp>
      <p:sp>
        <p:nvSpPr>
          <p:cNvPr id="18" name="Oval 17"/>
          <p:cNvSpPr/>
          <p:nvPr/>
        </p:nvSpPr>
        <p:spPr>
          <a:xfrm>
            <a:off x="548640" y="528828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How could a machine sound as if a person is playing?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PATTERN PRODIGY?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Build an original loop-based groove</a:t>
            </a:r>
          </a:p>
        </p:txBody>
      </p:sp>
      <p:sp>
        <p:nvSpPr>
          <p:cNvPr id="12" name="Oval 11"/>
          <p:cNvSpPr/>
          <p:nvPr/>
        </p:nvSpPr>
        <p:spPr>
          <a:xfrm>
            <a:off x="548640" y="311708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Step Sequencer and Pattern Regions</a:t>
            </a:r>
          </a:p>
        </p:txBody>
      </p:sp>
      <p:sp>
        <p:nvSpPr>
          <p:cNvPr id="14" name="Oval 13"/>
          <p:cNvSpPr/>
          <p:nvPr/>
        </p:nvSpPr>
        <p:spPr>
          <a:xfrm>
            <a:off x="548640" y="4067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Probability, velocity and automation</a:t>
            </a:r>
          </a:p>
        </p:txBody>
      </p:sp>
      <p:sp>
        <p:nvSpPr>
          <p:cNvPr id="16" name="Oval 15"/>
          <p:cNvSpPr/>
          <p:nvPr/>
        </p:nvSpPr>
        <p:spPr>
          <a:xfrm>
            <a:off x="548640" y="501700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30–60 seconds that evolves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A beat that changes · the steps · five words · explore and build rhythms</a:t>
            </a:r>
          </a:p>
        </p:txBody>
      </p:sp>
      <p:sp>
        <p:nvSpPr>
          <p:cNvPr id="13" name="Rounded Rectangle 12"/>
          <p:cNvSpPr/>
          <p:nvPr/>
        </p:nvSpPr>
        <p:spPr>
          <a:xfrm>
            <a:off x="548640" y="2444060"/>
            <a:ext cx="1554480" cy="5238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Read a grid · not only drums · add melodic layers</a:t>
            </a:r>
          </a:p>
        </p:txBody>
      </p:sp>
      <p:sp>
        <p:nvSpPr>
          <p:cNvPr id="16" name="Rounded Rectangle 15"/>
          <p:cNvSpPr/>
          <p:nvPr/>
        </p:nvSpPr>
        <p:spPr>
          <a:xfrm>
            <a:off x="548640" y="3077609"/>
            <a:ext cx="1554480" cy="5238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four ways to evolve, worked example</a:t>
            </a:r>
          </a:p>
        </p:txBody>
      </p:sp>
      <p:sp>
        <p:nvSpPr>
          <p:cNvPr id="19" name="Rounded Rectangle 18"/>
          <p:cNvSpPr/>
          <p:nvPr/>
        </p:nvSpPr>
        <p:spPr>
          <a:xfrm>
            <a:off x="548640" y="3711157"/>
            <a:ext cx="1554480" cy="5238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probability, mix, refine</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explore automation, probability, variation</a:t>
            </a:r>
          </a:p>
        </p:txBody>
      </p:sp>
      <p:sp>
        <p:nvSpPr>
          <p:cNvPr id="25" name="Rounded Rectangle 24"/>
          <p:cNvSpPr/>
          <p:nvPr/>
        </p:nvSpPr>
        <p:spPr>
          <a:xfrm>
            <a:off x="548640" y="4978254"/>
            <a:ext cx="1554480" cy="5238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Bounce · checklist · rubric</a:t>
            </a:r>
          </a:p>
        </p:txBody>
      </p:sp>
      <p:sp>
        <p:nvSpPr>
          <p:cNvPr id="28" name="Rounded Rectangle 27"/>
          <p:cNvSpPr/>
          <p:nvPr/>
        </p:nvSpPr>
        <p:spPr>
          <a:xfrm>
            <a:off x="548640" y="5611803"/>
            <a:ext cx="1554480" cy="5238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STEPS, THEN FINISH</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ycle.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Explore basic drum patterns</a:t>
            </a:r>
          </a:p>
        </p:txBody>
      </p:sp>
      <p:sp>
        <p:nvSpPr>
          <p:cNvPr id="13" name="Oval 12"/>
          <p:cNvSpPr/>
          <p:nvPr/>
        </p:nvSpPr>
        <p:spPr>
          <a:xfrm>
            <a:off x="6190488" y="4956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Build drum and percussion patterns</a:t>
            </a:r>
          </a:p>
        </p:txBody>
      </p:sp>
      <p:sp>
        <p:nvSpPr>
          <p:cNvPr id="15" name="Oval 14"/>
          <p:cNvSpPr/>
          <p:nvPr/>
        </p:nvSpPr>
        <p:spPr>
          <a:xfrm>
            <a:off x="548640" y="56418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Add bass and synth patterns</a:t>
            </a:r>
          </a:p>
        </p:txBody>
      </p:sp>
      <p:sp>
        <p:nvSpPr>
          <p:cNvPr id="17" name="Oval 16"/>
          <p:cNvSpPr/>
          <p:nvPr/>
        </p:nvSpPr>
        <p:spPr>
          <a:xfrm>
            <a:off x="6190488" y="56418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Evolve them, then mix and refine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WORDS TO KNOW</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4884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Step Sequencer: toggle steps on a grid</a:t>
            </a:r>
          </a:p>
        </p:txBody>
      </p:sp>
      <p:sp>
        <p:nvSpPr>
          <p:cNvPr id="12" name="Oval 11"/>
          <p:cNvSpPr/>
          <p:nvPr/>
        </p:nvSpPr>
        <p:spPr>
          <a:xfrm>
            <a:off x="548640" y="287274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Pattern Region: holds sequencer data</a:t>
            </a:r>
          </a:p>
        </p:txBody>
      </p:sp>
      <p:sp>
        <p:nvSpPr>
          <p:cNvPr id="14" name="Oval 13"/>
          <p:cNvSpPr/>
          <p:nvPr/>
        </p:nvSpPr>
        <p:spPr>
          <a:xfrm>
            <a:off x="548640" y="359664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Probability: a chance a step plays</a:t>
            </a:r>
          </a:p>
        </p:txBody>
      </p:sp>
      <p:sp>
        <p:nvSpPr>
          <p:cNvPr id="16" name="Oval 15"/>
          <p:cNvSpPr/>
          <p:nvPr/>
        </p:nvSpPr>
        <p:spPr>
          <a:xfrm>
            <a:off x="548640" y="432054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Velocity: how hard a note is played</a:t>
            </a:r>
          </a:p>
        </p:txBody>
      </p:sp>
      <p:sp>
        <p:nvSpPr>
          <p:cNvPr id="18" name="Oval 17"/>
          <p:cNvSpPr/>
          <p:nvPr/>
        </p:nvSpPr>
        <p:spPr>
          <a:xfrm>
            <a:off x="548640" y="504444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Automation: a parameter changing over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EXPLORE, BUILD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Open the Step Sequencer; try basic drum patterns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Click steps on and off, listen, change one thing at a time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Create your core drum and percussion patterns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Make a groove that feels good first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READING A PATTERN GRID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grid.png"/>
          <p:cNvPicPr>
            <a:picLocks noChangeAspect="1"/>
          </p:cNvPicPr>
          <p:nvPr/>
        </p:nvPicPr>
        <p:blipFill>
          <a:blip r:embed="rId2"/>
          <a:stretch>
            <a:fillRect/>
          </a:stretch>
        </p:blipFill>
        <p:spPr>
          <a:xfrm>
            <a:off x="837472" y="1810512"/>
            <a:ext cx="10514006" cy="3017520"/>
          </a:xfrm>
          <a:prstGeom prst="rect">
            <a:avLst/>
          </a:prstGeom>
        </p:spPr>
      </p:pic>
      <p:sp>
        <p:nvSpPr>
          <p:cNvPr id="11" name="Oval 10"/>
          <p:cNvSpPr/>
          <p:nvPr/>
        </p:nvSpPr>
        <p:spPr>
          <a:xfrm>
            <a:off x="548640" y="52120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One bar, 16 steps</a:t>
            </a:r>
          </a:p>
        </p:txBody>
      </p:sp>
      <p:sp>
        <p:nvSpPr>
          <p:cNvPr id="13" name="Oval 12"/>
          <p:cNvSpPr/>
          <p:nvPr/>
        </p:nvSpPr>
        <p:spPr>
          <a:xfrm>
            <a:off x="6190488" y="52120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Darker means louder</a:t>
            </a:r>
          </a:p>
        </p:txBody>
      </p:sp>
      <p:sp>
        <p:nvSpPr>
          <p:cNvPr id="15" name="Oval 14"/>
          <p:cNvSpPr/>
          <p:nvPr/>
        </p:nvSpPr>
        <p:spPr>
          <a:xfrm>
            <a:off x="548640" y="58978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Dashed steps may not play</a:t>
            </a:r>
          </a:p>
        </p:txBody>
      </p:sp>
      <p:sp>
        <p:nvSpPr>
          <p:cNvPr id="17" name="Oval 16"/>
          <p:cNvSpPr/>
          <p:nvPr/>
        </p:nvSpPr>
        <p:spPr>
          <a:xfrm>
            <a:off x="6190488" y="58978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Drums, bass and a synth arp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NOT ONLY DRUMS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216712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Step Sequencer works for bass and synths too</a:t>
            </a:r>
          </a:p>
        </p:txBody>
      </p:sp>
      <p:sp>
        <p:nvSpPr>
          <p:cNvPr id="12" name="Oval 11"/>
          <p:cNvSpPr/>
          <p:nvPr/>
        </p:nvSpPr>
        <p:spPr>
          <a:xfrm>
            <a:off x="548640" y="311708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Demo a melodic pattern early</a:t>
            </a:r>
          </a:p>
        </p:txBody>
      </p:sp>
      <p:sp>
        <p:nvSpPr>
          <p:cNvPr id="14" name="Oval 13"/>
          <p:cNvSpPr/>
          <p:nvPr/>
        </p:nvSpPr>
        <p:spPr>
          <a:xfrm>
            <a:off x="548640" y="4067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Start with your drums; the rest follows</a:t>
            </a:r>
          </a:p>
        </p:txBody>
      </p:sp>
      <p:sp>
        <p:nvSpPr>
          <p:cNvPr id="16" name="Oval 15"/>
          <p:cNvSpPr/>
          <p:nvPr/>
        </p:nvSpPr>
        <p:spPr>
          <a:xfrm>
            <a:off x="548640" y="501700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Ask: what else could be a row?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3: ADD MELODIC LAYERS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Program bass and synth patterns that complement your groove</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Include a drum kit, a bass or synth, and one more element</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Let the bass follow the kick</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one pattern at a time, and listen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WAYS TO EVOLVE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pic>
        <p:nvPicPr>
          <p:cNvPr id="10" name="Picture 9" descr="deck-features.png"/>
          <p:cNvPicPr>
            <a:picLocks noChangeAspect="1"/>
          </p:cNvPicPr>
          <p:nvPr/>
        </p:nvPicPr>
        <p:blipFill>
          <a:blip r:embed="rId2"/>
          <a:stretch>
            <a:fillRect/>
          </a:stretch>
        </p:blipFill>
        <p:spPr>
          <a:xfrm>
            <a:off x="1765179" y="1810512"/>
            <a:ext cx="8658593" cy="3017520"/>
          </a:xfrm>
          <a:prstGeom prst="rect">
            <a:avLst/>
          </a:prstGeom>
        </p:spPr>
      </p:pic>
      <p:sp>
        <p:nvSpPr>
          <p:cNvPr id="11" name="Oval 10"/>
          <p:cNvSpPr/>
          <p:nvPr/>
        </p:nvSpPr>
        <p:spPr>
          <a:xfrm>
            <a:off x="548640" y="52120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Probability: a chance to play</a:t>
            </a:r>
          </a:p>
        </p:txBody>
      </p:sp>
      <p:sp>
        <p:nvSpPr>
          <p:cNvPr id="13" name="Oval 12"/>
          <p:cNvSpPr/>
          <p:nvPr/>
        </p:nvSpPr>
        <p:spPr>
          <a:xfrm>
            <a:off x="6190488" y="52120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Velocity: how hard</a:t>
            </a:r>
          </a:p>
        </p:txBody>
      </p:sp>
      <p:sp>
        <p:nvSpPr>
          <p:cNvPr id="15" name="Oval 14"/>
          <p:cNvSpPr/>
          <p:nvPr/>
        </p:nvSpPr>
        <p:spPr>
          <a:xfrm>
            <a:off x="548640" y="58978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Step automation: a value per step</a:t>
            </a:r>
          </a:p>
        </p:txBody>
      </p:sp>
      <p:sp>
        <p:nvSpPr>
          <p:cNvPr id="17" name="Oval 16"/>
          <p:cNvSpPr/>
          <p:nvPr/>
        </p:nvSpPr>
        <p:spPr>
          <a:xfrm>
            <a:off x="6190488" y="58978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Mute / unmute: arrangement changes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4: AUTOMATE AND VARY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probability, velocity and automation</a:t>
            </a:r>
          </a:p>
        </p:txBody>
      </p:sp>
      <p:sp>
        <p:nvSpPr>
          <p:cNvPr id="12" name="Oval 11"/>
          <p:cNvSpPr/>
          <p:nvPr/>
        </p:nvSpPr>
        <p:spPr>
          <a:xfrm>
            <a:off x="548640" y="311708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Patterns should evolve, not repeat exactly</a:t>
            </a:r>
          </a:p>
        </p:txBody>
      </p:sp>
      <p:sp>
        <p:nvSpPr>
          <p:cNvPr id="14" name="Oval 13"/>
          <p:cNvSpPr/>
          <p:nvPr/>
        </p:nvSpPr>
        <p:spPr>
          <a:xfrm>
            <a:off x="548640" y="4067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at least 3 Step Sequencer features</a:t>
            </a:r>
          </a:p>
        </p:txBody>
      </p:sp>
      <p:sp>
        <p:nvSpPr>
          <p:cNvPr id="16" name="Oval 15"/>
          <p:cNvSpPr/>
          <p:nvPr/>
        </p:nvSpPr>
        <p:spPr>
          <a:xfrm>
            <a:off x="548640" y="501700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Count your features on the tracker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50 SECONDS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pic>
        <p:nvPicPr>
          <p:cNvPr id="10" name="Picture 9" descr="deck-arrange.png"/>
          <p:cNvPicPr>
            <a:picLocks noChangeAspect="1"/>
          </p:cNvPicPr>
          <p:nvPr/>
        </p:nvPicPr>
        <p:blipFill>
          <a:blip r:embed="rId2"/>
          <a:stretch>
            <a:fillRect/>
          </a:stretch>
        </p:blipFill>
        <p:spPr>
          <a:xfrm>
            <a:off x="1695758" y="1810512"/>
            <a:ext cx="8797434" cy="3017520"/>
          </a:xfrm>
          <a:prstGeom prst="rect">
            <a:avLst/>
          </a:prstGeom>
        </p:spPr>
      </p:pic>
      <p:sp>
        <p:nvSpPr>
          <p:cNvPr id="11" name="Oval 10"/>
          <p:cNvSpPr/>
          <p:nvPr/>
        </p:nvSpPr>
        <p:spPr>
          <a:xfrm>
            <a:off x="548640" y="52120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50-second piece, on paper</a:t>
            </a:r>
          </a:p>
        </p:txBody>
      </p:sp>
      <p:sp>
        <p:nvSpPr>
          <p:cNvPr id="13" name="Oval 12"/>
          <p:cNvSpPr/>
          <p:nvPr/>
        </p:nvSpPr>
        <p:spPr>
          <a:xfrm>
            <a:off x="6190488" y="52120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sections you can name</a:t>
            </a:r>
          </a:p>
        </p:txBody>
      </p:sp>
      <p:sp>
        <p:nvSpPr>
          <p:cNvPr id="15" name="Oval 14"/>
          <p:cNvSpPr/>
          <p:nvPr/>
        </p:nvSpPr>
        <p:spPr>
          <a:xfrm>
            <a:off x="548640" y="58978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Five layers that join and leave</a:t>
            </a:r>
          </a:p>
        </p:txBody>
      </p:sp>
      <p:sp>
        <p:nvSpPr>
          <p:cNvPr id="17" name="Oval 16"/>
          <p:cNvSpPr/>
          <p:nvPr/>
        </p:nvSpPr>
        <p:spPr>
          <a:xfrm>
            <a:off x="6190488" y="5897879"/>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automation lanes, none flat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PROBABILITY IS YOUR FRIEND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Even a small chance makes patterns feel human</a:t>
            </a:r>
          </a:p>
        </p:txBody>
      </p:sp>
      <p:sp>
        <p:nvSpPr>
          <p:cNvPr id="12" name="Oval 11"/>
          <p:cNvSpPr/>
          <p:nvPr/>
        </p:nvSpPr>
        <p:spPr>
          <a:xfrm>
            <a:off x="548640" y="311708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 not just stack patterns: build and evolve</a:t>
            </a:r>
          </a:p>
        </p:txBody>
      </p:sp>
      <p:sp>
        <p:nvSpPr>
          <p:cNvPr id="14" name="Oval 13"/>
          <p:cNvSpPr/>
          <p:nvPr/>
        </p:nvSpPr>
        <p:spPr>
          <a:xfrm>
            <a:off x="548640" y="4067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Static? Push automation and probability</a:t>
            </a:r>
          </a:p>
        </p:txBody>
      </p:sp>
      <p:sp>
        <p:nvSpPr>
          <p:cNvPr id="16" name="Oval 15"/>
          <p:cNvSpPr/>
          <p:nvPr/>
        </p:nvSpPr>
        <p:spPr>
          <a:xfrm>
            <a:off x="548640" y="501700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Try it live on a hi-hat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5: MIX AND REFINE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216712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Apply EQ, panning and plug-ins</a:t>
            </a:r>
          </a:p>
        </p:txBody>
      </p:sp>
      <p:sp>
        <p:nvSpPr>
          <p:cNvPr id="12" name="Oval 11"/>
          <p:cNvSpPr/>
          <p:nvPr/>
        </p:nvSpPr>
        <p:spPr>
          <a:xfrm>
            <a:off x="548640" y="311708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Arrange into a cohesive piece</a:t>
            </a:r>
          </a:p>
        </p:txBody>
      </p:sp>
      <p:sp>
        <p:nvSpPr>
          <p:cNvPr id="14" name="Oval 13"/>
          <p:cNvSpPr/>
          <p:nvPr/>
        </p:nvSpPr>
        <p:spPr>
          <a:xfrm>
            <a:off x="548640" y="4067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mute/unmute to change the arrangement</a:t>
            </a:r>
          </a:p>
        </p:txBody>
      </p:sp>
      <p:sp>
        <p:nvSpPr>
          <p:cNvPr id="16" name="Oval 15"/>
          <p:cNvSpPr/>
          <p:nvPr/>
        </p:nvSpPr>
        <p:spPr>
          <a:xfrm>
            <a:off x="548640" y="501700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Harder option: 90 seconds, alternates, 2 step automations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6 AND 7: BOUNCE, PRESENT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Bounce your track</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Zip the .logicx project</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Create your Padlet post with 3 questions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Prepare to present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Pattern Prodigy</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At least 3 Step Sequencer features</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B3237A"/>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B3237A"/>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B3237A"/>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B3237A"/>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B3237A"/>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16712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a:t>
            </a:r>
          </a:p>
        </p:txBody>
      </p:sp>
      <p:sp>
        <p:nvSpPr>
          <p:cNvPr id="12" name="Oval 11"/>
          <p:cNvSpPr/>
          <p:nvPr/>
        </p:nvSpPr>
        <p:spPr>
          <a:xfrm>
            <a:off x="548640" y="311708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which features you used and where</a:t>
            </a:r>
          </a:p>
        </p:txBody>
      </p:sp>
      <p:sp>
        <p:nvSpPr>
          <p:cNvPr id="14" name="Oval 13"/>
          <p:cNvSpPr/>
          <p:nvPr/>
        </p:nvSpPr>
        <p:spPr>
          <a:xfrm>
            <a:off x="548640" y="406704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Pattern Prodigy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20</a:t>
            </a:r>
          </a:p>
        </p:txBody>
      </p:sp>
      <p:sp>
        <p:nvSpPr>
          <p:cNvPr id="10" name="Oval 9"/>
          <p:cNvSpPr/>
          <p:nvPr/>
        </p:nvSpPr>
        <p:spPr>
          <a:xfrm>
            <a:off x="548640" y="205740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built the pattern.</a:t>
            </a:r>
          </a:p>
        </p:txBody>
      </p:sp>
      <p:sp>
        <p:nvSpPr>
          <p:cNvPr id="12" name="Oval 11"/>
          <p:cNvSpPr/>
          <p:nvPr/>
        </p:nvSpPr>
        <p:spPr>
          <a:xfrm>
            <a:off x="548640" y="278130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made it breathe.</a:t>
            </a:r>
          </a:p>
        </p:txBody>
      </p:sp>
      <p:sp>
        <p:nvSpPr>
          <p:cNvPr id="14" name="Oval 13"/>
          <p:cNvSpPr/>
          <p:nvPr/>
        </p:nvSpPr>
        <p:spPr>
          <a:xfrm>
            <a:off x="548640" y="350520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let it evolve.</a:t>
            </a:r>
          </a:p>
        </p:txBody>
      </p:sp>
      <p:sp>
        <p:nvSpPr>
          <p:cNvPr id="16" name="Oval 15"/>
          <p:cNvSpPr/>
          <p:nvPr/>
        </p:nvSpPr>
        <p:spPr>
          <a:xfrm>
            <a:off x="548640" y="4229100"/>
            <a:ext cx="146304" cy="146304"/>
          </a:xfrm>
          <a:prstGeom prst="ellipse">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press play.</a:t>
            </a:r>
          </a:p>
        </p:txBody>
      </p:sp>
      <p:pic>
        <p:nvPicPr>
          <p:cNvPr id="18" name="Picture 17" descr="deck-hero.png"/>
          <p:cNvPicPr>
            <a:picLocks noChangeAspect="1"/>
          </p:cNvPicPr>
          <p:nvPr/>
        </p:nvPicPr>
        <p:blipFill>
          <a:blip r:embed="rId2"/>
          <a:stretch>
            <a:fillRect/>
          </a:stretch>
        </p:blipFill>
        <p:spPr>
          <a:xfrm>
            <a:off x="6519672" y="2103120"/>
            <a:ext cx="5120640" cy="2164144"/>
          </a:xfrm>
          <a:prstGeom prst="rect">
            <a:avLst/>
          </a:prstGeom>
        </p:spPr>
      </p:pic>
      <p:sp>
        <p:nvSpPr>
          <p:cNvPr id="19" name="Rounded Rectangle 18"/>
          <p:cNvSpPr/>
          <p:nvPr/>
        </p:nvSpPr>
        <p:spPr>
          <a:xfrm>
            <a:off x="548640" y="5349240"/>
            <a:ext cx="5852160" cy="960120"/>
          </a:xfrm>
          <a:prstGeom prst="roundRect">
            <a:avLst/>
          </a:prstGeom>
          <a:solidFill>
            <a:srgbClr val="B32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23</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Prodigy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